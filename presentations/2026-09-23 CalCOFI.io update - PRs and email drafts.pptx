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86" r:id="rId37"/>
    <p:sldId id="287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32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theme" Target="theme/theme1.xml"/>  <Relationship Id="rId37" Type="http://schemas.openxmlformats.org/officeDocument/2006/relationships/slide" Target="slides/slide31.xml"/>
  <Relationship Id="rId38" Type="http://schemas.openxmlformats.org/officeDocument/2006/relationships/slide" Target="slides/slide32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6913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1.xml.rels><?xml version="1.0" encoding="UTF-8" standalone="yes"?>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pull request that was open across the CalCOFI GitHub organisation on 2026-09-23 is now merged or closed, each with a review comment on the PR saying what was changed or why it was closed. Transect plotter: ctd-transects#4 (Betty) plus review commit e18e7e5, live at calcofi.io/ctd-transects. Metadata + docs: workflows#96 (16 dataset_meta reviews; fixed a questions.csv row whose unquoted comma would have failed the release citation check; DIC creators are NCEI's seven citation authors), workflows#97 (ZooDB Q05), docs#17 (provider guide; example cruise corrected to 1902RL = 2019-02-33UD, haul factor 4.49). calcofi4db: #10 (4.16.1, EML licence as a &lt;ulink&gt; GBIF reads), #11 (4.16.0, derived-product functions), #12 (4.17.0, infer_ship_by_occupation). Derived CTD: workflows#107 (prototype) and #110 (the calcofi_ctd-derived ingest, 9,630 casts; questions Q01-Q05 hold the defaults for Rasmus to confirm). Data fixes: the 2607 preliminary file had stations of 100 and above cut to three digits (100 became 000); Kelsey's corrected file (2026-09-14) is in Drive and GCS and is being re-ingested with the new *Q columns (#104-#106). Crab: 96 of 97 NULL cruise keys resolved by station occupation (#109, #111); one left as Q15. Everything else: uptime#90 (monitor calcofi.io/explore), MOSAIC Underway #1 and #2 and CTD #1 merged, Underway #3 closed as a duplicate, apps#41 and OceanView#46 closed. marmam-app#2 fixed the marine mammal app: CARTO basemaps now need an API key; apps#42 covers the other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reply drafts sit in Gmail, each in its original thread, none sent; every one addresses Betty at bthuang@ucsd.edu. Rasmus (Next Two Weeks Tasks): plotter live, the 2607 cause, derived products built with defaults, and five questions. Ben Gire and the CTD team (CTD profile work updates?): the new *Q format is on the critical path; confirm the codes and keep column types stable (Marina's DataZoo/EDI point). Kelsey (Google Drive Access): the 2607 diagnosis and her corrected file already in Drive; the same 100-to-000 station truncation in 2507SR, 2511SR, 2601RL and 2604SH (66 casts, each within 2.7 km of station + 100; CSV attached) with a request to reissue those files; the unflagged faulty secondary temperature sensor on 2607 casts 1-6; and whether the *Q codes are final. Erin and Betty (Marine mammal app fix?): the app is fixed (CARTO key), Betty to ingest the data with GCS write access granted, and whether to retire the app. UCSD Library, Ho Jung Yoo (RDC deposit): the cruise_key form, every crab label mapped to its cruise_key, and CALCOFI 0604 covers two cruises, so tags go per jar.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1.xml.rels><?xml version="1.0" encoding="UTF-8" standalone="yes"?>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11.png"/><Relationship Id="rId7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11" Type="http://schemas.openxmlformats.org/officeDocument/2006/relationships/hyperlink" Target="https://github.com/orgs/CalCOFI/projects/5" TargetMode="External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36.png"/><Relationship Id="rId9" Type="http://schemas.openxmlformats.org/officeDocument/2006/relationships/image" Target="../media/image81.png"/><Relationship Id="rId99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ail.google.com/mail/u/0/#drafts" TargetMode="External"/><Relationship Id="rId4" Type="http://schemas.openxmlformats.org/officeDocument/2006/relationships/image" Target="../media/image67.png"/><Relationship Id="rId99" Type="http://schemas.openxmlformats.org/officeDocument/2006/relationships/notesSlide" Target="../notesSlides/notesSlide32.xml"/></Relationships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08025"/>
            <a:ext cx="121920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CalCOFI.io"/>
          <p:cNvPicPr>
            <a:picLocks noChangeAspect="1"/>
          </p:cNvPicPr>
          <p:nvPr/>
        </p:nvPicPr>
        <p:blipFill>
          <a:blip r:embed="rId3"/>
          <a:srcRect l="-10" r="-10"/>
          <a:stretch/>
        </p:blipFill>
        <p:spPr>
          <a:xfrm>
            <a:off x="406400" y="209550"/>
            <a:ext cx="1555750" cy="292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889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6668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PULL REQUESTS · 2026-09-23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2800" y="1143000"/>
            <a:ext cx="381000" cy="381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95400" y="1117600"/>
            <a:ext cx="1046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kern="0" spc="50" dirty="0">
                <a:solidFill>
                  <a:srgbClr val="182B49"/>
                </a:solidFill>
                <a:latin typeface="Teko" pitchFamily="34" charset="0"/>
                <a:ea typeface="Teko" pitchFamily="34" charset="-122"/>
                <a:cs typeface="Teko" pitchFamily="34" charset="-120"/>
              </a:rPr>
              <a:t>EVERY OPEN PULL REQUEST: MERGED OR CLOSED</a:t>
            </a:r>
            <a:endParaRPr lang="en-US" sz="4000" dirty="0"/>
          </a:p>
        </p:txBody>
      </p:sp>
      <p:sp>
        <p:nvSpPr>
          <p:cNvPr id="8" name="Shape 4"/>
          <p:cNvSpPr/>
          <p:nvPr/>
        </p:nvSpPr>
        <p:spPr>
          <a:xfrm>
            <a:off x="0" y="1816100"/>
            <a:ext cx="12192000" cy="4279900"/>
          </a:xfrm>
          <a:prstGeom prst="rect">
            <a:avLst/>
          </a:prstGeom>
          <a:solidFill>
            <a:srgbClr val="F5F0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812800" y="2070100"/>
            <a:ext cx="3522117" cy="1240036"/>
          </a:xfrm>
          <a:prstGeom prst="roundRect">
            <a:avLst>
              <a:gd name="adj" fmla="val 61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77900" y="220980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2700" y="2209800"/>
            <a:ext cx="29260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Transect plotter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977900" y="2501900"/>
            <a:ext cx="328767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100" b="1" dirty="0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 xml:space="preserve">ctd-transects#4 merged. </a:t>
            </a:r>
            <a:r>
              <a:rPr lang="en-US" sz="1100" dirty="0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Temperature only before the bottle merge, sensor-pair averages, sta/cruise-corrected chl + nitrate, baseline cruise range. Live.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334917" y="2070100"/>
            <a:ext cx="3522117" cy="1240036"/>
          </a:xfrm>
          <a:prstGeom prst="roundRect">
            <a:avLst>
              <a:gd name="adj" fmla="val 61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00017" y="220980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04817" y="2209800"/>
            <a:ext cx="29260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Metadata + docs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4500017" y="2501900"/>
            <a:ext cx="328767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100" dirty="0" b="1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 xml:space="preserve">workflows#96, #97; docs#17. </a:t>
            </a:r>
            <a:r>
              <a:rPr lang="en-US" sz="1100" dirty="0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16 dataset reviews in; a release-breaking CSV bug fixed; DIC authors from NCEI; provider guide checked vs the release.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7857034" y="2070100"/>
            <a:ext cx="3522166" cy="1240036"/>
          </a:xfrm>
          <a:prstGeom prst="roundRect">
            <a:avLst>
              <a:gd name="adj" fmla="val 61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22134" y="2209800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326934" y="2209800"/>
            <a:ext cx="29260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calcofi4db 4.17.0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8022134" y="2501900"/>
            <a:ext cx="328772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100" dirty="0" b="1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 xml:space="preserve">#10, #11, #12. </a:t>
            </a:r>
            <a:r>
              <a:rPr lang="en-US" sz="1100" dirty="0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GBIF-readable licence links in every EML; six derived-product functions; a ship inferred from its station occupation.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812800" y="3310136"/>
            <a:ext cx="3522117" cy="1240036"/>
          </a:xfrm>
          <a:prstGeom prst="roundRect">
            <a:avLst>
              <a:gd name="adj" fmla="val 61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77900" y="3449836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282700" y="3449836"/>
            <a:ext cx="29260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Derived CTD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977900" y="3741936"/>
            <a:ext cx="328767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100" dirty="0" b="1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 xml:space="preserve">workflows#107, #110. </a:t>
            </a:r>
            <a:r>
              <a:rPr lang="en-US" sz="1100" dirty="0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Spice, MLD (3 criteria), chl max + integrated chl, averaged σθ, geostrophic flow; 9,630 casts. Defaults; Rasmus confirms 5.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4334917" y="3310136"/>
            <a:ext cx="3522117" cy="1240036"/>
          </a:xfrm>
          <a:prstGeom prst="roundRect">
            <a:avLst>
              <a:gd name="adj" fmla="val 61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500017" y="3449836"/>
            <a:ext cx="228600" cy="2286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804817" y="3449836"/>
            <a:ext cx="29260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fixes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4500017" y="3741936"/>
            <a:ext cx="328767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100" dirty="0" b="1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 xml:space="preserve">2607: </a:t>
            </a:r>
            <a:r>
              <a:rPr lang="en-US" sz="1100" dirty="0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 xml:space="preserve">stations ≥ 100 were cut to 3 digits; corrected file re-ingesting (#104–#106). </a:t>
            </a:r>
            <a:r>
              <a:rPr lang="en-US" sz="1100" dirty="0" b="1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 xml:space="preserve">Crab: </a:t>
            </a:r>
            <a:r>
              <a:rPr lang="en-US" sz="1100" dirty="0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96 of 97 missing cruise keys resolved (#109, #111).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7857034" y="3310136"/>
            <a:ext cx="3522166" cy="1240036"/>
          </a:xfrm>
          <a:prstGeom prst="roundRect">
            <a:avLst>
              <a:gd name="adj" fmla="val 61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022134" y="3449836"/>
            <a:ext cx="228600" cy="2286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8326934" y="3449836"/>
            <a:ext cx="29260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Everything else</a:t>
            </a:r>
            <a:endParaRPr lang="en-US" sz="1500" dirty="0"/>
          </a:p>
        </p:txBody>
      </p:sp>
      <p:sp>
        <p:nvSpPr>
          <p:cNvPr id="32" name="Text 22"/>
          <p:cNvSpPr/>
          <p:nvPr/>
        </p:nvSpPr>
        <p:spPr>
          <a:xfrm>
            <a:off x="8022134" y="3741936"/>
            <a:ext cx="328772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100" dirty="0" b="1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 xml:space="preserve">uptime#90, MOSAIC ×3 merged; </a:t>
            </a:r>
            <a:r>
              <a:rPr lang="en-US" sz="1100" dirty="0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apps#41, OceanView#46 closed. marmam app fixed (CARTO now needs a key; apps#42).</a:t>
            </a:r>
            <a:endParaRPr lang="en-US" sz="1100" dirty="0"/>
          </a:p>
        </p:txBody>
      </p:sp>
      <p:sp>
        <p:nvSpPr>
          <p:cNvPr id="33" name="Text 23"/>
          <p:cNvSpPr/>
          <p:nvPr/>
        </p:nvSpPr>
        <p:spPr>
          <a:xfrm>
            <a:off x="812800" y="6428780"/>
            <a:ext cx="77177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00629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11"/>
              </a:rPr>
              <a:t>github.com/orgs/CalCOFI/projects/5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8239760" y="6428780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668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CalCOFI.io update · 2026-09-23</a:t>
            </a:r>
            <a:endParaRPr lang="en-US" sz="1200" dirty="0"/>
          </a:p>
        </p:txBody>
      </p:sp>
      <p:sp>
        <p:nvSpPr>
          <p:cNvPr id="99" name="Text 25"/>
          <p:cNvSpPr/>
          <p:nvPr/>
        </p:nvSpPr>
        <p:spPr>
          <a:xfrm>
            <a:off x="813816" y="480060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 xml:space="preserve">Release in progress. </a:t>
            </a:r>
            <a:r>
              <a:rPr lang="en-US" sz="1300" dirty="0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ctd-cast re-ingest with the new *Q flag columns, the 2607 fix and cruise-corrected oxygen → crab + derived ingests → staging release with every gate → promote latest.txt → refresh the apps and docs.</a:t>
            </a:r>
            <a:endParaRPr lang="en-US" sz="1300" dirty="0"/>
          </a:p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 xml:space="preserve">Your calls. </a:t>
            </a:r>
            <a:r>
              <a:rPr lang="en-US" sz="1300" dirty="0">
                <a:solidFill>
                  <a:srgbClr val="182B4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CARTO key, or keyless basemaps, for the other apps · a headless check that can see a map that renders wrong · Rasmus’s five answers.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08025"/>
            <a:ext cx="121920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CalCOFI.io"/>
          <p:cNvPicPr>
            <a:picLocks noChangeAspect="1"/>
          </p:cNvPicPr>
          <p:nvPr/>
        </p:nvPicPr>
        <p:blipFill>
          <a:blip r:embed="rId3"/>
          <a:srcRect l="-10" r="-10"/>
          <a:stretch/>
        </p:blipFill>
        <p:spPr>
          <a:xfrm>
            <a:off x="406400" y="209550"/>
            <a:ext cx="1555750" cy="292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889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6668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EMAIL DRAFTS · IN GMAIL, NOT SENT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2800" y="1143000"/>
            <a:ext cx="381000" cy="381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95400" y="1117600"/>
            <a:ext cx="1046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kern="0" spc="50" dirty="0">
                <a:solidFill>
                  <a:srgbClr val="182B49"/>
                </a:solidFill>
                <a:latin typeface="Teko" pitchFamily="34" charset="0"/>
                <a:ea typeface="Teko" pitchFamily="34" charset="-122"/>
                <a:cs typeface="Teko" pitchFamily="34" charset="-120"/>
              </a:rPr>
              <a:t>FIVE REPLIES READY TO SEND, EACH IN ITS THREAD</a:t>
            </a:r>
            <a:endParaRPr lang="en-US" sz="4000" dirty="0"/>
          </a:p>
        </p:txBody>
      </p:sp>
      <p:sp>
        <p:nvSpPr>
          <p:cNvPr id="8" name="Shape 4"/>
          <p:cNvSpPr/>
          <p:nvPr/>
        </p:nvSpPr>
        <p:spPr>
          <a:xfrm>
            <a:off x="0" y="1816100"/>
            <a:ext cx="12192000" cy="4279900"/>
          </a:xfrm>
          <a:prstGeom prst="rect">
            <a:avLst/>
          </a:prstGeom>
          <a:solidFill>
            <a:srgbClr val="F5F0E6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044700"/>
          <a:ext cx="10566400" cy="3145536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6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Draft · thread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To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What it says · your step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 b="1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Rasmus</a:t>
                      </a:r>
                      <a:r>
                        <a:rPr lang="en-US" sz="1200" dirty="0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 · Next Two Weeks Tasks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Rasmus; cc Betty, Erin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Plotter live; 2607 cause; derived products built with defaults + 5 questions (MLD step, chl depth, shelf flow, cast, seasons). </a:t>
                      </a:r>
                      <a:r>
                        <a:rPr lang="en-US" sz="1200" dirty="0" b="1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Send.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 b="1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Ben Gire + CTD team</a:t>
                      </a:r>
                      <a:r>
                        <a:rPr lang="en-US" sz="1200" dirty="0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 · CTD profile work updates?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Ben G.; cc Erin, Rasmus, Betty, Kelsey, m4gold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New *Q format is on the critical path; confirm the codes; keep column types stable. </a:t>
                      </a:r>
                      <a:r>
                        <a:rPr lang="en-US" sz="1200" dirty="0" b="1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Send.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 b="1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Kelsey</a:t>
                      </a:r>
                      <a:r>
                        <a:rPr lang="en-US" sz="1200" dirty="0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 · Google Drive Access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Kelsey; cc Rasmus, Ben G.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2607 fixed; the same cut in 4 more cruises (CSV attached, please reissue); 2607 sensor-2 temps unflagged; *Q codes final? </a:t>
                      </a:r>
                      <a:r>
                        <a:rPr lang="en-US" sz="1200" dirty="0" b="1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Send.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 b="1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Erin + Betty</a:t>
                      </a:r>
                      <a:r>
                        <a:rPr lang="en-US" sz="1200" dirty="0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 · Marine mammal app fix?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Erin, Betty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Fixed (CARTO key); Betty to ingest the data, GCS access granted; retire the app? </a:t>
                      </a:r>
                      <a:r>
                        <a:rPr lang="en-US" sz="1200" dirty="0" b="1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Send.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 b="1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UCSD Library, Ho Jung</a:t>
                      </a:r>
                      <a:r>
                        <a:rPr lang="en-US" sz="1200" dirty="0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 · RDC deposit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Ho Jung; cc Erin, Betty, rotsuji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cruise_key form; every crab label mapped; 0604 = two cruises, so tag per jar. </a:t>
                      </a:r>
                      <a:r>
                        <a:rPr lang="en-US" sz="1200" dirty="0" b="1">
                          <a:solidFill>
                            <a:srgbClr val="182B49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Send.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812800" y="6428780"/>
            <a:ext cx="77177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00629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5"/>
              </a:rPr>
              <a:t>mail.google.com · Drafts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8239760" y="6428780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668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CalCOFI.io update · 2026-09-23</a:t>
            </a:r>
            <a:endParaRPr lang="en-US" sz="1200" dirty="0"/>
          </a:p>
        </p:txBody>
      </p:sp>
      <p:sp>
        <p:nvSpPr>
          <p:cNvPr id="99" name="Text 9"/>
          <p:cNvSpPr/>
          <p:nvPr/>
        </p:nvSpPr>
        <p:spPr>
          <a:xfrm>
            <a:off x="813816" y="5257800"/>
            <a:ext cx="1057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1300" kern="0" dirty="0">
                <a:solidFill>
                  <a:srgbClr val="182B49"/>
                </a:solidFill>
                <a:latin typeface="Teko" pitchFamily="34" charset="0"/>
                <a:ea typeface="Teko" pitchFamily="34" charset="-122"/>
                <a:cs typeface="Teko" pitchFamily="34" charset="-120"/>
              </a:rPr>
              <a:t>Betty is bthuang@ucsd.edu on every draft. Blocked on nothing but sending: Betty has write access to both GCS buckets, and the 2607 file is in Drive.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12900</Words>
  <Application>Microsoft Macintosh PowerPoint</Application>
  <PresentationFormat>Widescreen</PresentationFormat>
  <Paragraphs>539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Source Sans 3</vt:lpstr>
      <vt:lpstr>Teko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CalCOFI.io update 2026-09-23</dc:title>
  <dc:subject>PptxGenJS Presentation</dc:subject>
  <dc:creator>PptxGenJS</dc:creator>
  <cp:lastModifiedBy>Ben Best</cp:lastModifiedBy>
  <cp:revision>1</cp:revision>
  <dcterms:created xsi:type="dcterms:W3CDTF">2026-09-23T13:32:44Z</dcterms:created>
  <dcterms:modified xsi:type="dcterms:W3CDTF">2026-09-23T13:39:15Z</dcterms:modified>
</cp:coreProperties>
</file>